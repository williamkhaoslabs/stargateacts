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924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750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</a:rPr>
              <a:t>ACTS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People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9456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Dashboard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4612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Duties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9768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Activity Log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155680" y="1828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🔔   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841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directory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11155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review, and manage astronaut career records.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058400" y="896112"/>
            <a:ext cx="1188720" cy="32918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0" y="99669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Add person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1444752"/>
            <a:ext cx="3703320" cy="676656"/>
          </a:xfrm>
          <a:prstGeom prst="roundRect">
            <a:avLst>
              <a:gd name="adj" fmla="val 10811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" y="1618488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people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" y="181051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297680" y="1444752"/>
            <a:ext cx="3703320" cy="676656"/>
          </a:xfrm>
          <a:prstGeom prst="roundRect">
            <a:avLst>
              <a:gd name="adj" fmla="val 10811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62272" y="1618488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astronauts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62272" y="181051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183880" y="1444752"/>
            <a:ext cx="3703320" cy="676656"/>
          </a:xfrm>
          <a:prstGeom prst="roundRect">
            <a:avLst>
              <a:gd name="adj" fmla="val 10811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48472" y="1618488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48472" y="181051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11480" y="2286000"/>
            <a:ext cx="56692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239572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 Search by person name...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99632" y="228600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55080" y="2395728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All  ▾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0" y="22860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27848" y="2395728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Sort: Name  ▾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2788920"/>
            <a:ext cx="1371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29000" y="2788920"/>
            <a:ext cx="1371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rank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83480" y="2788920"/>
            <a:ext cx="1371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duty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03720" y="2788920"/>
            <a:ext cx="1371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start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95360" y="2788920"/>
            <a:ext cx="1371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012680" y="2788920"/>
            <a:ext cx="1371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307238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2064" y="3136392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JM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768096" y="3145536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Jessica Meir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29000" y="3145536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Specialist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3145536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Artemis Support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03720" y="3145536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 17, 2013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641080" y="3099816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641080" y="313639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18520" y="3145536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👁  →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12064" y="351129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12064" y="357530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768096" y="3584448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Michael Collins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429000" y="3584448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 General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983480" y="3584448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903720" y="3584448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 18, 1963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641080" y="3538728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641080" y="357530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018520" y="358444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👁  →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12064" y="395020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12064" y="4014216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VG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768096" y="402336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Glover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429000" y="402336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Commander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983480" y="402336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Lunar Gateway Pilot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903720" y="4023360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 17, 2013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641080" y="397764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641080" y="401421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018520" y="4023360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👁  →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30352" y="4462272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68096" y="446227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+ 5 more rows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5669280" y="6053328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‹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897880" y="596188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897880" y="6053328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263640" y="6053328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6492240" y="6053328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results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7132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</a:rPr>
              <a:t>ACTS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People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19456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Dashboard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4612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Duties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9768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Activity Log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8412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11155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Astronaut program analytics and career statistics.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646920" y="896112"/>
            <a:ext cx="86868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46920" y="99669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CSV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588752" y="896112"/>
            <a:ext cx="96012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88752" y="9966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JSON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1444752"/>
            <a:ext cx="2761488" cy="713232"/>
          </a:xfrm>
          <a:prstGeom prst="roundRect">
            <a:avLst>
              <a:gd name="adj" fmla="val 10256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45920" y="1627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187452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personnel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00984" y="1444752"/>
            <a:ext cx="2761488" cy="713232"/>
          </a:xfrm>
          <a:prstGeom prst="roundRect">
            <a:avLst>
              <a:gd name="adj" fmla="val 10256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35424" y="1627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986784" y="187452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90488" y="1444752"/>
            <a:ext cx="2761488" cy="713232"/>
          </a:xfrm>
          <a:prstGeom prst="roundRect">
            <a:avLst>
              <a:gd name="adj" fmla="val 10256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24928" y="1627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76288" y="187452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79992" y="1444752"/>
            <a:ext cx="2761488" cy="713232"/>
          </a:xfrm>
          <a:prstGeom prst="roundRect">
            <a:avLst>
              <a:gd name="adj" fmla="val 10256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314432" y="1627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65792" y="187452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assignment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2377440"/>
            <a:ext cx="562356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" y="257860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distribution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2788920"/>
            <a:ext cx="914400" cy="914400"/>
          </a:xfrm>
          <a:prstGeom prst="arc">
            <a:avLst/>
          </a:prstGeom>
          <a:noFill/>
          <a:ln w="12700">
            <a:solidFill>
              <a:srgbClr val="04785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rot="13380000">
            <a:off x="731520" y="2788920"/>
            <a:ext cx="914400" cy="914400"/>
          </a:xfrm>
          <a:prstGeom prst="arc">
            <a:avLst/>
          </a:prstGeom>
          <a:noFill/>
          <a:ln w="12700">
            <a:solidFill>
              <a:srgbClr val="B4530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60120" y="3017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88136" y="3127248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33272" y="3273552"/>
            <a:ext cx="320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965960" y="2999232"/>
            <a:ext cx="7315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103120" y="302666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— 5 (62%)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965960" y="3273552"/>
            <a:ext cx="7315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103120" y="330098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Retired — 3 (38%)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53912" y="2377440"/>
            <a:ext cx="562356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82512" y="257860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distribution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0" y="2907792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Colonel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269480" y="2880360"/>
            <a:ext cx="3108960" cy="137160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269480" y="2880360"/>
            <a:ext cx="3108960" cy="137160"/>
          </a:xfrm>
          <a:prstGeom prst="roundRect">
            <a:avLst>
              <a:gd name="adj" fmla="val 20000"/>
            </a:avLst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497312" y="2907792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0" y="3154680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Lt Colonel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269480" y="3127248"/>
            <a:ext cx="3108960" cy="137160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269480" y="3127248"/>
            <a:ext cx="1025957" cy="13716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497312" y="3154680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00800" y="3401568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269480" y="3374136"/>
            <a:ext cx="3108960" cy="137160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269480" y="3374136"/>
            <a:ext cx="1025957" cy="137160"/>
          </a:xfrm>
          <a:prstGeom prst="roundRect">
            <a:avLst>
              <a:gd name="adj" fmla="val 20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497312" y="3401568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00800" y="3648456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269480" y="3621024"/>
            <a:ext cx="3108960" cy="137160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269480" y="3621024"/>
            <a:ext cx="1025957" cy="137160"/>
          </a:xfrm>
          <a:prstGeom prst="roundRect">
            <a:avLst>
              <a:gd name="adj" fmla="val 20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497312" y="3648456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11480" y="4041648"/>
            <a:ext cx="11365992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1792" y="425196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length (years)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914400" y="4206240"/>
            <a:ext cx="411480" cy="1005840"/>
          </a:xfrm>
          <a:prstGeom prst="roundRect">
            <a:avLst>
              <a:gd name="adj" fmla="val 4444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96112" y="529437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47y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77240" y="5468112"/>
            <a:ext cx="685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Williams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578608" y="4634257"/>
            <a:ext cx="411480" cy="577823"/>
          </a:xfrm>
          <a:prstGeom prst="roundRect">
            <a:avLst>
              <a:gd name="adj" fmla="val 4444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560320" y="529437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27y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441448" y="5468112"/>
            <a:ext cx="685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Collins 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242816" y="4826865"/>
            <a:ext cx="411480" cy="385215"/>
          </a:xfrm>
          <a:prstGeom prst="roundRect">
            <a:avLst>
              <a:gd name="adj" fmla="val 4747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224528" y="529437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18y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105656" y="5468112"/>
            <a:ext cx="685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Collins M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907024" y="4891067"/>
            <a:ext cx="411480" cy="321013"/>
          </a:xfrm>
          <a:prstGeom prst="roundRect">
            <a:avLst>
              <a:gd name="adj" fmla="val 569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888736" y="529437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15y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769864" y="5468112"/>
            <a:ext cx="685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Bluford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571232" y="4955270"/>
            <a:ext cx="411480" cy="256810"/>
          </a:xfrm>
          <a:prstGeom prst="roundRect">
            <a:avLst>
              <a:gd name="adj" fmla="val 7121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552944" y="529437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12y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434072" y="5468112"/>
            <a:ext cx="685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Meir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235440" y="4955270"/>
            <a:ext cx="411480" cy="256810"/>
          </a:xfrm>
          <a:prstGeom prst="roundRect">
            <a:avLst>
              <a:gd name="adj" fmla="val 7121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9217152" y="529437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12y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9098280" y="5468112"/>
            <a:ext cx="685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Glover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39" y="164592"/>
            <a:ext cx="69826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</a:rPr>
              <a:t>ACTS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People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9456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Dashboard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4612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Duties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9768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Activity Log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841248"/>
            <a:ext cx="11365992" cy="100584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" y="102412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1207008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07592" y="102412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Glover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88920" y="1024128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88920" y="106070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07592" y="129844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Commander / Lunar Gateway Pilot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307592" y="1527048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start: Jun 17, 2013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195560" y="1005840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12680" y="1197864"/>
            <a:ext cx="914400" cy="32918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12680" y="129844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duty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92640" y="1591056"/>
            <a:ext cx="155448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92640" y="169164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 to directory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2057400"/>
            <a:ext cx="370332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691640" y="2240280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17320" y="24505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251960" y="2057400"/>
            <a:ext cx="370332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32120" y="2240280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span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24505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2013 – Present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92440" y="2057400"/>
            <a:ext cx="370332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372600" y="2240280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98280" y="24505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11480" y="2907792"/>
            <a:ext cx="2240280" cy="251460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312724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Astronaut details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" y="3529584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572768" y="3529584"/>
            <a:ext cx="868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1792" y="3895344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Duty title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572768" y="3895344"/>
            <a:ext cx="868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Lunar Gateway Pilot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1792" y="4261104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start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572768" y="4261104"/>
            <a:ext cx="868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 17, 2013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1792" y="4626864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end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572768" y="4626864"/>
            <a:ext cx="868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1792" y="4992624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572768" y="4992624"/>
            <a:ext cx="868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88920" y="2907792"/>
            <a:ext cx="8988552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017520" y="3127248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Astronaut duty history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255264" y="367588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566160" y="365760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Commander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566160" y="3886200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Lunar Gateway Pilot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566160" y="4096512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Start: Mar 1, 2024 · End: Current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73552" y="46177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8CDD6"/>
          </a:solidFill>
          <a:ln w="12700">
            <a:solidFill>
              <a:srgbClr val="C8C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566160" y="4553712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566160" y="4782312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 Flight Engineer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566160" y="4992624"/>
            <a:ext cx="1920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Start: Jun 17, 2013 · End: Feb 28, 2024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229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</a:rPr>
              <a:t>ACTS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People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9456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Dashboard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4612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Duties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9768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Activity Log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143000" y="932688"/>
            <a:ext cx="99212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17320" y="115214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person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07040" y="109728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4752" y="171907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 information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35024" y="164592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44752" y="1627632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44752" y="213055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name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21992" y="2057400"/>
            <a:ext cx="3703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31720" y="2162556"/>
            <a:ext cx="3566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person's full name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1755648"/>
            <a:ext cx="36118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42048" y="194767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this form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42048" y="23042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new person record in ACTS. Name must be unique. You can assign duties from their profile after.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995160" y="288036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42048" y="3072384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preview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42048" y="3456432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i="1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a name to see a live preview.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933688" y="5138928"/>
            <a:ext cx="82296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933688" y="523951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57232" y="5138928"/>
            <a:ext cx="960120" cy="32918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857232" y="523951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person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75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</a:rPr>
              <a:t>ACTS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People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19456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Dashboard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4612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Duties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Activity Log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841248"/>
            <a:ext cx="1056132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107899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duty assignment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27080" y="1024128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8992" y="1627632"/>
            <a:ext cx="58064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78992" y="1627632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15568" y="1709928"/>
            <a:ext cx="10058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Duty information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03911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74520" y="1965960"/>
            <a:ext cx="46177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84248" y="2071116"/>
            <a:ext cx="44805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for a person...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0" y="2276856"/>
            <a:ext cx="358444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80360" y="2368296"/>
            <a:ext cx="1280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Jessica Meir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5074920" y="2368296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Specialist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80360" y="2633472"/>
            <a:ext cx="1280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Victor Glover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5074920" y="2633472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80360" y="2898648"/>
            <a:ext cx="1280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Sunita Williams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5074920" y="2898648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Captain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97280" y="304495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874520" y="2971800"/>
            <a:ext cx="46177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984248" y="3076956"/>
            <a:ext cx="44805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e.g. Commander, Colonel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350215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Duty title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874520" y="3429000"/>
            <a:ext cx="46177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984248" y="3534156"/>
            <a:ext cx="44805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e.g. Lunar Mission Pilot, RETIRED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78992" y="3913632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15568" y="3995928"/>
            <a:ext cx="10972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details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7280" y="43525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date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874520" y="4279392"/>
            <a:ext cx="46177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984248" y="4384548"/>
            <a:ext cx="44805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yyyy-mm-dd   📅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69480" y="178308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479792" y="1984248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impact preview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98080" y="23317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ℹ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99248" y="2331720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current duty record will be created.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7498080" y="258775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ℹ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699248" y="2587752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duty end date set to day before start.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7498080" y="284378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699248" y="2843784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 record will refresh after save.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7269480" y="3310128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479792" y="351129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summary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79792" y="38587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Untitled assignment for unselected person, starting no date selected.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9144000" y="5650992"/>
            <a:ext cx="82296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44000" y="575157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058400" y="5650992"/>
            <a:ext cx="1097280" cy="32918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058400" y="575157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assignment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72237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</a:rPr>
              <a:t>ACTS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People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19456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Dashboard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4612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Duties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97680" y="173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Activity Log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8412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log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11155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results and system events from ACTS operations.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1481328"/>
            <a:ext cx="113659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6072" y="162763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" y="1691640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162763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 created: Jessica Meir (Id: 13)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32688" y="1865376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2688" y="190195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1911096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CreatePersonHandler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11880" y="1911096"/>
            <a:ext cx="1463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 15, 2025, 2:30 PM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286000"/>
            <a:ext cx="113659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6072" y="243230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" y="2496312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2432304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Astronaut duty assigned: Jessica Meir — Mission Specialist / Artemis Support Crew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2688" y="2670048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2688" y="270662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45920" y="2715768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CreateAstronautDutyHandler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11880" y="2715768"/>
            <a:ext cx="1463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 15, 2025, 2:31 PM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090672"/>
            <a:ext cx="113659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76072" y="323697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76072" y="330098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" y="323697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8 people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32688" y="3474720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32688" y="3511296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45920" y="3520440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GetPeopleHandler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11880" y="3520440"/>
            <a:ext cx="1463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 15, 2025, 2:32 PM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3895344"/>
            <a:ext cx="113659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76072" y="404164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76072" y="4105656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2688" y="4041648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 'Ghost Person' not found.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32688" y="4279392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32688" y="431596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645920" y="4325112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ExceptionHandlingMiddleware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11880" y="4325112"/>
            <a:ext cx="1463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 15, 2025, 2:35 PM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32688" y="4425696"/>
            <a:ext cx="3703320" cy="402336"/>
          </a:xfrm>
          <a:prstGeom prst="roundRect">
            <a:avLst>
              <a:gd name="adj" fmla="val 13636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42416" y="44988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BadHttpRequestException: Person 'Ghost Person' not found.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at CreateAstronautDutyPreProcessor.Process()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at MediatR.Pipeline...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11480" y="4700016"/>
            <a:ext cx="113659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76072" y="484632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76072" y="491032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32688" y="4846320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3 duties for: Michael Collins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32688" y="5084064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32688" y="5120640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645920" y="5129784"/>
            <a:ext cx="22860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GetAstronautDutiesByNameHandler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11880" y="5129784"/>
            <a:ext cx="1463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 15, 2025, 2:36 PM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561</Words>
  <Application>Microsoft Macintosh PowerPoint</Application>
  <PresentationFormat>Widescreen</PresentationFormat>
  <Paragraphs>224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ACTS Wireframes</dc:title>
  <dc:subject>ACTS lo-fi wireframes</dc:subject>
  <dc:creator>OpenAI</dc:creator>
  <cp:lastModifiedBy>William Fontanez</cp:lastModifiedBy>
  <cp:revision>2</cp:revision>
  <cp:lastPrinted>2026-04-01T17:40:49Z</cp:lastPrinted>
  <dcterms:created xsi:type="dcterms:W3CDTF">2026-04-01T16:05:30Z</dcterms:created>
  <dcterms:modified xsi:type="dcterms:W3CDTF">2026-04-01T17:43:27Z</dcterms:modified>
</cp:coreProperties>
</file>